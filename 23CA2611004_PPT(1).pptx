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98" r:id="rId3"/>
    <p:sldId id="301" r:id="rId4"/>
    <p:sldId id="302" r:id="rId5"/>
    <p:sldId id="303" r:id="rId6"/>
    <p:sldId id="304" r:id="rId7"/>
    <p:sldId id="306" r:id="rId8"/>
    <p:sldId id="30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F4945F1-C4D1-45ED-AD3F-9EB1D95D3220}">
          <p14:sldIdLst>
            <p14:sldId id="298"/>
          </p14:sldIdLst>
        </p14:section>
        <p14:section name="Untitled Section" id="{4A9B0D19-2173-4AA7-BA5E-32D0D00EBB31}">
          <p14:sldIdLst>
            <p14:sldId id="301"/>
            <p14:sldId id="302"/>
            <p14:sldId id="303"/>
            <p14:sldId id="304"/>
            <p14:sldId id="306"/>
            <p14:sldId id="30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>
        <p:scale>
          <a:sx n="62" d="100"/>
          <a:sy n="62" d="100"/>
        </p:scale>
        <p:origin x="825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ustomXml" Target="../customXml/item3.xml"/><Relationship Id="rId14" Type="http://schemas.openxmlformats.org/officeDocument/2006/relationships/customXml" Target="../customXml/item2.xml"/><Relationship Id="rId13" Type="http://schemas.openxmlformats.org/officeDocument/2006/relationships/customXml" Target="../customXml/item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Stock Price Prediction &amp; Investment Recommendation System</a:t>
            </a:r>
            <a:br>
              <a:rPr lang="en-US" sz="3200" dirty="0"/>
            </a:b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By </a:t>
            </a:r>
            <a:r>
              <a:rPr lang="en-US" sz="1600" dirty="0" err="1"/>
              <a:t>akshuta</a:t>
            </a:r>
            <a:endParaRPr lang="en-US" sz="1600" dirty="0"/>
          </a:p>
        </p:txBody>
      </p:sp>
      <p:cxnSp>
        <p:nvCxnSpPr>
          <p:cNvPr id="37" name="Straight Connector 3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Stock market plays a key role in the economy</a:t>
            </a:r>
            <a:endParaRPr lang="en-US" sz="3200" dirty="0"/>
          </a:p>
          <a:p>
            <a:r>
              <a:rPr lang="en-US" sz="3200" dirty="0"/>
              <a:t>Investors require data-driven decision support</a:t>
            </a:r>
            <a:endParaRPr lang="en-US" sz="3200" dirty="0"/>
          </a:p>
          <a:p>
            <a:r>
              <a:rPr lang="en-US" sz="3200" dirty="0"/>
              <a:t>Machine learning helps analyze historical patterns</a:t>
            </a:r>
            <a:endParaRPr lang="en-US" sz="32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957595"/>
            <a:ext cx="843692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 historical stock market data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future stock prices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Buy / Sell / Hold recommendations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stock price trends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3019150"/>
            <a:ext cx="917911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technical analysis methods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models for prediction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Moving Average as a popular indicator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dirty="0"/>
              <a:t>System Analysis and System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xisting</a:t>
            </a:r>
            <a:r>
              <a:rPr lang="en-US" b="1" dirty="0"/>
              <a:t> System</a:t>
            </a:r>
            <a:endParaRPr lang="en-US" dirty="0"/>
          </a:p>
          <a:p>
            <a:r>
              <a:rPr lang="en-US" dirty="0"/>
              <a:t>Manual analysis</a:t>
            </a:r>
            <a:endParaRPr lang="en-US" dirty="0"/>
          </a:p>
          <a:p>
            <a:r>
              <a:rPr lang="en-US" dirty="0"/>
              <a:t>Time-consuming</a:t>
            </a:r>
            <a:endParaRPr lang="en-US" dirty="0"/>
          </a:p>
          <a:p>
            <a:r>
              <a:rPr lang="en-US" dirty="0"/>
              <a:t>Less accurate</a:t>
            </a:r>
            <a:endParaRPr lang="en-US" dirty="0"/>
          </a:p>
          <a:p>
            <a:r>
              <a:rPr lang="en-US" b="1" dirty="0"/>
              <a:t>Proposed System</a:t>
            </a:r>
            <a:endParaRPr lang="en-US" dirty="0"/>
          </a:p>
          <a:p>
            <a:r>
              <a:rPr lang="en-US" dirty="0"/>
              <a:t>Automated ML-based system</a:t>
            </a:r>
            <a:endParaRPr lang="en-US" dirty="0"/>
          </a:p>
          <a:p>
            <a:r>
              <a:rPr lang="en-US" dirty="0"/>
              <a:t>Faster and more accurate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Machine Learning Model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048640" y="2553758"/>
            <a:ext cx="60972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Algorithm Used: </a:t>
            </a:r>
            <a:r>
              <a:rPr lang="en-US" sz="2800" b="1" dirty="0"/>
              <a:t>Linear Regression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Input Features: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Open, High, Low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Volume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MA_10, MA_50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Output: Predicted Closing Price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05287" y="2796313"/>
            <a:ext cx="1043266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Buy / Sell / Hold recommendation generated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</a:t>
            </a:r>
            <a:r>
              <a:rPr lang="en-US" altLang="en-US" sz="4000" dirty="0" err="1">
                <a:solidFill>
                  <a:schemeClr val="tx1"/>
                </a:solidFill>
                <a:latin typeface="Arial" panose="020B0604020202020204" pitchFamily="34" charset="0"/>
              </a:rPr>
              <a:t>Accurate</a:t>
            </a:r>
            <a: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</a:rPr>
              <a:t> stock price prediction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hical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trend visualization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/>
</ds:datastoreItem>
</file>

<file path=customXml/itemProps2.xml><?xml version="1.0" encoding="utf-8"?>
<ds:datastoreItem xmlns:ds="http://schemas.openxmlformats.org/officeDocument/2006/customXml" ds:itemID="{AA3F7EDC-E5B4-4BBC-9D2A-CBE6D46C37AD}">
  <ds:schemaRefs/>
</ds:datastoreItem>
</file>

<file path=customXml/itemProps3.xml><?xml version="1.0" encoding="utf-8"?>
<ds:datastoreItem xmlns:ds="http://schemas.openxmlformats.org/officeDocument/2006/customXml" ds:itemID="{D2957789-34B8-480C-AF9B-3EB54B9E5C9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{E9744D7B-DB31-4EEF-BA64-10D0DBFF7C67}tf22712842_win32</Template>
  <TotalTime>0</TotalTime>
  <Words>899</Words>
  <Application>WPS Presentation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Franklin Gothic Book</vt:lpstr>
      <vt:lpstr>Bookman Old Style</vt:lpstr>
      <vt:lpstr>Microsoft YaHei</vt:lpstr>
      <vt:lpstr>Arial Unicode MS</vt:lpstr>
      <vt:lpstr>Custom</vt:lpstr>
      <vt:lpstr>Stock Price Prediction &amp; Investment Recommendation System </vt:lpstr>
      <vt:lpstr>Introduction</vt:lpstr>
      <vt:lpstr>Objectives </vt:lpstr>
      <vt:lpstr>Literature Review</vt:lpstr>
      <vt:lpstr>System Analysis and System Architecture </vt:lpstr>
      <vt:lpstr>Machine Learning Model </vt:lpstr>
      <vt:lpstr>Results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axuta chauhan</dc:creator>
  <cp:lastModifiedBy>Akshuta</cp:lastModifiedBy>
  <cp:revision>3</cp:revision>
  <dcterms:created xsi:type="dcterms:W3CDTF">2025-12-31T11:29:00Z</dcterms:created>
  <dcterms:modified xsi:type="dcterms:W3CDTF">2025-12-31T11:54:25Z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2048DDA7C4A24EE098D429888EA4ABB1_13</vt:lpwstr>
  </property>
  <property fmtid="{D5CDD505-2E9C-101B-9397-08002B2CF9AE}" pid="4" name="KSOProductBuildVer">
    <vt:lpwstr>1033-12.2.0.23196</vt:lpwstr>
  </property>
</Properties>
</file>